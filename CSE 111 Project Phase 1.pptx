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bed04a18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bed04a18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e6c26cf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ae6c26cf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ae6c26c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ae6c26c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bed04a18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bed04a18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e6c26c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ae6c26c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e6c26cf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ae6c26cf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111 Project Phase 1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Jose </a:t>
            </a:r>
            <a:r>
              <a:rPr lang="en"/>
              <a:t>Lopez</a:t>
            </a:r>
            <a:r>
              <a:rPr lang="en"/>
              <a:t> </a:t>
            </a:r>
            <a:r>
              <a:rPr lang="en"/>
              <a:t>Hernandez  and Emanuel Marin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Bobcat Connect: Basic 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309712" y="1579762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local event finder app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goal is for students using the app to be able to connect on campus with others who share the same interests or hobbies.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486375" y="2124250"/>
            <a:ext cx="2077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pic>
        <p:nvPicPr>
          <p:cNvPr id="147" name="Google Shape;147;p15" title="UML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875" y="123425"/>
            <a:ext cx="6220974" cy="49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cases: Host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As a host I want to create my own event and have others find my event and join me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-As a host I want to upload media and post updates on my event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Cases: user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-As a user I want to search for events, find the ones im interested in joining and set my status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-As a user I want save my preferences in order to filter the events i’m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interested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and be notified when those events are available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526750" y="2114700"/>
            <a:ext cx="16911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E/R Diagram</a:t>
            </a:r>
            <a:endParaRPr/>
          </a:p>
        </p:txBody>
      </p:sp>
      <p:pic>
        <p:nvPicPr>
          <p:cNvPr id="165" name="Google Shape;165;p18" title="ER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5750" y="125162"/>
            <a:ext cx="5995475" cy="489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369450" y="2156475"/>
            <a:ext cx="1785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</a:t>
            </a:r>
            <a:endParaRPr/>
          </a:p>
        </p:txBody>
      </p:sp>
      <p:pic>
        <p:nvPicPr>
          <p:cNvPr id="171" name="Google Shape;171;p19" title="Schema tab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150" y="562325"/>
            <a:ext cx="6981350" cy="40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